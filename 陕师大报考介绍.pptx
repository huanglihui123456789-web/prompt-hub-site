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74896e3bf1c40c9" /><Relationship Type="http://schemas.openxmlformats.org/package/2006/relationships/metadata/core-properties" Target="/docProps/core.xml" Id="Ra47e9376553b43dc" /><Relationship Type="http://schemas.openxmlformats.org/officeDocument/2006/relationships/extended-properties" Target="/docProps/app.xml" Id="R86582a941e424e09" /><Relationship Type="http://schemas.openxmlformats.org/officeDocument/2006/relationships/custom-properties" Target="/docProps/custom.xml" Id="R0a4dbafb2501477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f20fb6edd424a71"/>
  </p:notesMasterIdLst>
  <p:sldIdLst>
    <p:sldId id="256" r:id="R99bb2e99037b4eb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9bb2e99037b4ebc" /><Relationship Type="http://schemas.openxmlformats.org/officeDocument/2006/relationships/notesMaster" Target="/ppt/notesMasters/notesMaster1.xml" Id="R4f20fb6edd424a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c9d0ed8374848d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df5ac7ab1b4c5d" /><Relationship Type="http://schemas.openxmlformats.org/officeDocument/2006/relationships/slide" Target="/ppt/slides/slide1.xml" Id="Rc7fef19735644b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开篇点明这是面向高考考生及家长的报考指南，介绍陕西师范大学报考全流程。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06f802a709457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1d31acad6343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1f8ab3c0249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398990182542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e1a412c1748b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8f91acb40d7404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19abd99894978" /><Relationship Type="http://schemas.openxmlformats.org/officeDocument/2006/relationships/notesSlide" Target="/ppt/notesSlides/notesSlide1.xml" Id="Rdb109251e2ee41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8E2430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720000" y="2376000"/>
            <a:ext cx="10753200" cy="108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FFFFF"/>
                </a:solidFill>
                <a:latin typeface="微软雅黑"/>
                <a:ea typeface="微软雅黑"/>
              </a:rPr>
              <a:t>陕西师范大学报考指南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720000" y="3672000"/>
            <a:ext cx="107532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200">
                <a:solidFill>
                  <a:srgbClr val="F4E5D2"/>
                </a:solidFill>
                <a:latin typeface="微软雅黑"/>
                <a:ea typeface="微软雅黑"/>
              </a:rPr>
              <a:t>—— 从报考到录取的全面攻略 ——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720000" y="4464000"/>
            <a:ext cx="107532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500">
                <a:solidFill>
                  <a:srgbClr val="D4A843"/>
                </a:solidFill>
                <a:latin typeface="微软雅黑"/>
                <a:ea typeface="微软雅黑"/>
              </a:rPr>
              <a:t>面向 2026 年高考考生及家长 · 志愿填报参考</a:t>
            </a:r>
          </a:p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0" y="6642000"/>
            <a:ext cx="12193200" cy="2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A843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OfficeCLI/1.0.147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2026-09-03T09:19:12Z</dcterms:created>
  <cp:lastModifiedBy>OfficeCLI</cp:lastModifiedBy>
  <dcterms:modified xsi:type="dcterms:W3CDTF">2026-09-03T09:19:12Z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1.0.147</vt:lpwstr>
  </op:property>
  <op:property fmtid="{D5CDD505-2E9C-101B-9397-08002B2CF9AE}" pid="3" name="OfficeCLI.LastModified">
    <vt:lpwstr xmlns:vt="http://schemas.openxmlformats.org/officeDocument/2006/docPropsVTypes">2026-09-03T09:19:41Z</vt:lpwstr>
  </op:property>
</op:Properties>
</file>